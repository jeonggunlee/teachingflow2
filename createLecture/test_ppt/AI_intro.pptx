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73152" cy="4023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LECTURE 01 ·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인공지능의 개요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 Overview of Artificial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정의와 역사, 핵심 기술과 응용, 그리고 우리가 마주한 윤리적 과제까지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인공지능을 학문으로서 조망하는 첫걸음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06908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대학교 3학년 대상 강의자료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462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For 3rd-year undergraduates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인공지능이란 무엇인가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" cy="2651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“인공지능은 인간의 지적 활동 — 학습, 추론, 지각, 언어 이해 — 을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 모방하거나 수행하도록 만드는 과학과 공학의 한 분야이다.”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John McCarthy, 1956 (Dartmouth Conference)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663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정의하는 네 가지 관점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82880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인간처럼 사고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0025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humanly — 인지과학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237744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사고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551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rationally — 논리·추론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92608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인간처럼 행동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099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Acting humanly — 튜링 테스트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347472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행동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6484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Acting rationally — 지능 에이전트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단일 기술이 아니라, 지능적 행동을 구현하려는 여러 접근의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학제적(interdisciplinary)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 분야이다.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역사적 발전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78638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2624328"/>
            <a:ext cx="237744" cy="237744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1950s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태동기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4572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 테스트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Dartmouth 학회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78608" y="2624328"/>
            <a:ext cx="237744" cy="23774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1960–70s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기호주의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시스템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논리·규칙 기반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2624328"/>
            <a:ext cx="237744" cy="23774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1980–90s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겨울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침체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연결주의 부활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7648" y="2624328"/>
            <a:ext cx="237744" cy="237744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2000–10s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데이터·통계 기반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부상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02168" y="2624328"/>
            <a:ext cx="237744" cy="23774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2020s~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언어모델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시대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기호주의 → 연결주의 → 통계학습 → 표현학습으로 이어지는 패러다임 전환의 역사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70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통찰: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발전은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· 데이터 · 연산력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축이 동시에 충족될 때 도약했다.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주요 하위 분야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데이터로부터 패턴을 학습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· Statistical Learning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4173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062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신경망 기반 표현학습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Neural Networks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4173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처리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0408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언어의 이해와 생성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NLP · LLM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0175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비전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7160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이미지·영상의 인식과 분석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91840" y="30175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로보틱스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20624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지각·계획·행동의 통합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Robotics &amp; Control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30175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4612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표현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04088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추론과 의사결정의 기반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 &amp; Reasoning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분야들은 독립적이지 않으며, 현대 AI 시스템은 여러 분야가 결합된 형태로 구현된다.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CORE PARADIGM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머신러닝과 딥러닝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97764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53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데이터로부터 통계적 패턴을 학습하여 예측·분류 수행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특성(feature)을 사람이 설계 — feature engineering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상대적으로 적은 데이터로도 학습 가능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결정트리, SVM, 랜덤포레스트, k-NN 등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가능성(interpretability)이 비교적 높음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77640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417320"/>
            <a:ext cx="397764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5389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520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정의: </a:t>
            </a:r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다층 신경망으로 데이터의 위계적 표현을 자동 학습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특성을 자동 추출 — representation learning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데이터·연산력 요구 (GPU)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CNN, RNN, Transformer 등 아키텍처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성능은 우수하나 "블랙박스" 문제 존재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70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포함관계: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⊃ Machine Learning ⊃ Deep Learning</a:t>
            </a:r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—   딥러닝은 머신러닝의 한 갈래로, AI 전체의 부분집합이다.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TECHNIQUES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패러다임과 핵심 기법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91440" cy="65836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63624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12848"/>
            <a:ext cx="91440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31343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62656"/>
            <a:ext cx="91440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12464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8130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55064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80160" y="151790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 · Supervised Learning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80160" y="18105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입력-정답 쌍으로 학습 · 분류와 회귀 · 이미지 인식, 스팸 분류 등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487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22677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비지도학습 · Unsupervised Learning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280160" y="25603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없이 구조를 발견 · 군집화, 차원축소 · 추천, 이상탐지에 활용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30175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· Reinforcement Learning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280160" y="33101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환경과의 상호작용으로 보상 극대화 · 알파고, 로봇 제어, 자율주행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0448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7673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· Generative AI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280160" y="40599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분포를 학습하여 새 콘텐츠 생성 · LLM, 이미지·음성 생성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최근에는 자기지도학습(self-supervised) 과 전이학습(transfer learning) 이 패러다임을 재편하고 있다.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어디에 쓰이고 있는가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18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의료·헬스케어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진단, 신약 개발,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맞춤형 치료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618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자율주행·교통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인지·판단·제어 통합,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 흐름 최적화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618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금융·핀테크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 평가, 이상거래 탐지,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트레이딩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0175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461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218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교육·EduTech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학습, AI 튜터링,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분석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91840" y="30175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461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18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제조·산업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6616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정비, 품질 검사,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공급망 최적화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30175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461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32186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콘텐츠·서비스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0080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검색, 추천, 번역,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콘텐츠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응용은 단순한 자동화를 넘어, 의사결정의 방식과 노동의 본질을 재구성하고 있다.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ETHICS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윤리적·사회적 쟁점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편향과 공정성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3444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데이터에 내재된 차별이 결과로 재생산될 수 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50876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6733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508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프라이버시·데이터 거버넌스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개인정보의 수집·활용·보호의 균형이 요구된다.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5603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249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560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투명성·설명가능성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34440" y="2880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판단 근거를 인간이 이해할 수 있어야 한다 (XAI).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09160" y="256032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72491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560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소재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486400" y="2880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결정이 초래한 결과에 대한 법적·윤리적 책임 주체는?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6118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7647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허위정보·딥페이크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23444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AI가 정보 생태계의 신뢰를 위협한다.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09160" y="3611880"/>
            <a:ext cx="640080" cy="6400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776472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노동·일자리 변화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5486400" y="3931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자동화에 따른 직무 재편과 인간-AI 협업 모델이 필요하다.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FUTURE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전망과 도전 과제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흐름 · Emerging Trends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모델(Foundation Models)의 확산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멀티모달 AI — 텍스트·이미지·음성·영상의 통합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에이전트형 AI — 자율적 도구 사용과 계획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온디바이스·소형 모델의 발전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특화 AI — 의료·과학·교육 영역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과제 · Open Challenges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환각(hallucination)과 사실성 확보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정렬(alignment) — 인간 의도와의 합치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에너지·자원 소비와 지속가능성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데이터·저작권을 둘러싼 제도적 공백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AGI를 향한 과학적·철학적 질문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0" cy="30175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70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기술의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가능성(capability)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신뢰성(reliability)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사이의 간극을 좁히는 것이 다음 10년의 과제이다.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LECTURE 01 ·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정리와 토론 주제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학제적 분야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인지과학·통계·공학·철학이 만나는 지점.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기술이 아닌 접근의 집합.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데이터·연산·알고리즘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축이 동시에 성숙할 때 도약하며,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우리는 그 흐름의 한가운데에 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기술과 사회의 공진화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발전은 기술적 성취만이 아닌,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합의의 문제로 확장된다.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생각해볼 질문 · Discussion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</a:t>
            </a:r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"이해한다"고 말할 수 있을까? 그 기준은 무엇인가?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</a:t>
            </a:r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전공·관심 분야에서 AI는 어떤 문제를 새롭게 정의하고 있는가?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</a:t>
            </a:r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시대에 "인간만이 할 수 있는 일"은 무엇이라 생각하는가?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인공지능의 개요</dc:title>
  <dc:subject>PptxGenJS Presentation</dc:subject>
  <dc:creator>Lecture Material</dc:creator>
  <cp:lastModifiedBy>Lecture Material</cp:lastModifiedBy>
  <cp:revision>1</cp:revision>
  <dcterms:created xsi:type="dcterms:W3CDTF">2026-05-21T03:12:21Z</dcterms:created>
  <dcterms:modified xsi:type="dcterms:W3CDTF">2026-05-21T03:12:21Z</dcterms:modified>
</cp:coreProperties>
</file>