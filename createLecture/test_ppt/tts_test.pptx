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딥러닝 개론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인공신경망의 기본 개념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퍼셉트론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단순 신경망 유닛 구조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