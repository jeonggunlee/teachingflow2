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딥러닝 개론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인공신경망의 기본 개념과 역사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퍼셉트론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가장 단순한 신경망 유닛의 구조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활성화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ReLU, Sigmoid, Tanh 비교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역전파 알고리즘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경사 하강법과 기울기 흐름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 및 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딥러닝 학습을 위한 로드맵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