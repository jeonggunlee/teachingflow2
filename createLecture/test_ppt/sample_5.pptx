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Introduction to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Perceptron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The simplest neural unit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ReLU, Sigmoid, Tanh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Gradient flow through layers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800"/>
            </a:pPr>
            <a:r>
              <a:t>Where to go next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