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97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73152" cy="4023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LECTURE 01 ·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인공지능의 개요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 Overview of Artificial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정의와 역사, 핵심 기술과 응용, 그리고 우리가 마주한 윤리적 과제까지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인공지능을 학문으로서 조망하는 첫걸음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06908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한림대학교 소프트웨어학부 이정근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462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인공지능이란 무엇인가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" cy="2651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3901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“인공지능은 인간의 지적 활동 — 학습, 추론, 지각, 언어 이해 — 을 </a:t>
            </a:r>
            <a:r>
              <a:rPr lang="en-US" sz="1500" i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</a:t>
            </a:r>
            <a:r>
              <a:rPr lang="en-US" sz="15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모방하거나 수행하도록 만드는 과학과 공학의 한 분야이다.”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John McCarthy, 1956 (Dartmouth Conference)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663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정의하는 네 가지 관점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82880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16636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인간처럼 사고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0025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humanly — 인지과학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237744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사고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25511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rationally — 논리·추론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92608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6636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인간처럼 행동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099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Acting humanly — 튜링 테스트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347472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6636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행동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6484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Acting rationally — 지능 에이전트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단일 기술이 아니라, 지능적 행동을 구현하려는 여러 접근의 </a:t>
            </a:r>
            <a:r>
              <a:rPr lang="en-US" sz="12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학제적(interdisciplinary)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 분야이다.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TAXONOMY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주요 하위 분야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데이터로부터 패턴을 학습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· Statistical Learning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6459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062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신경망 기반 표현학습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Neural Networks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4173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459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처리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0408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언어의 이해와 생성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NLP · LLM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57200" y="30175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461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비전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37160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이미지·영상의 인식과 분석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Computer Vision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3291840" y="30175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24612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로보틱스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20624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지각·계획·행동의 통합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Robotics &amp; Control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3017520"/>
            <a:ext cx="2560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6126480" y="3017520"/>
            <a:ext cx="64008" cy="13716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46120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표현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04088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추론과 의사결정의 기반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 &amp; Reasoning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분야들은 독립적이지 않으며, 현대 AI 시스템은 여러 분야가 결합된 형태로 구현된다.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225</Words>
  <Application>Microsoft Office PowerPoint</Application>
  <PresentationFormat>화면 슬라이드 쇼(16:9)</PresentationFormat>
  <Paragraphs>53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인공지능의 개요</dc:title>
  <dc:subject>PptxGenJS Presentation</dc:subject>
  <dc:creator>Lecture Material</dc:creator>
  <cp:lastModifiedBy>이정근</cp:lastModifiedBy>
  <cp:revision>4</cp:revision>
  <dcterms:created xsi:type="dcterms:W3CDTF">2026-05-21T03:12:21Z</dcterms:created>
  <dcterms:modified xsi:type="dcterms:W3CDTF">2026-05-24T07:27:52Z</dcterms:modified>
</cp:coreProperties>
</file>