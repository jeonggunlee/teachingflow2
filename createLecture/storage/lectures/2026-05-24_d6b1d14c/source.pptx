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97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인공지능이란 무엇인가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" cy="2651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3901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i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“인공지능은 인간의 지적 활동 — 학습, 추론, 지각, 언어 이해 — 을 </a:t>
            </a:r>
            <a:r>
              <a:rPr lang="en-US" sz="1500" i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기계가</a:t>
            </a:r>
            <a:r>
              <a:rPr lang="en-US" sz="1500" i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모방하거나 수행하도록 만드는 과학과 공학의 한 분야이다.”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John McCarthy, 1956 (Dartmouth Conference)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663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정의하는 네 가지 관점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66360" y="1828800"/>
            <a:ext cx="292608" cy="292608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16636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783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인간처럼 사고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200253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humanly — 인지과학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66360" y="2377440"/>
            <a:ext cx="292608" cy="292608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16636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331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합리적으로 사고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25511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rationally — 논리·추론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66360" y="2926080"/>
            <a:ext cx="292608" cy="292608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16636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2880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인간처럼 행동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3099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Acting humanly — 튜링 테스트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3474720"/>
            <a:ext cx="292608" cy="292608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16636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3429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합리적으로 행동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36484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Acting rationally — 지능 에이전트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" y="43159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</a:t>
            </a: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단일 기술이 아니라, 지능적 행동을 구현하려는 여러 접근의 </a:t>
            </a:r>
            <a:r>
              <a:rPr lang="en-US" sz="1200" i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학제적(interdisciplinary)</a:t>
            </a: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연구 분야이다.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개요 강의 · Lecture 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</Words>
  <Application>Microsoft Office PowerPoint</Application>
  <PresentationFormat>화면 슬라이드 쇼(16:9)</PresentationFormat>
  <Paragraphs>21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Arial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인공지능의 개요</dc:title>
  <dc:subject>PptxGenJS Presentation</dc:subject>
  <dc:creator>Lecture Material</dc:creator>
  <cp:lastModifiedBy>이정근</cp:lastModifiedBy>
  <cp:revision>5</cp:revision>
  <dcterms:created xsi:type="dcterms:W3CDTF">2026-05-21T03:12:21Z</dcterms:created>
  <dcterms:modified xsi:type="dcterms:W3CDTF">2026-05-24T07:34:41Z</dcterms:modified>
</cp:coreProperties>
</file>